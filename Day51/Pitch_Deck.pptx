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F254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512064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Talks 60-Day Claude AI Challenge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10-Day Capstone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77840" y="233172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CodePilot Agent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577840" y="324612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C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AI collaborator for JavaScript &amp; TypeScript codebases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577840" y="39776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Analyze → Plan → Approve → Implement → Validate → Document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577840" y="475488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2A3161"/>
          </a:solidFill>
          <a:ln/>
        </p:spPr>
      </p:sp>
      <p:sp>
        <p:nvSpPr>
          <p:cNvPr id="9" name="Text 7"/>
          <p:cNvSpPr/>
          <p:nvPr/>
        </p:nvSpPr>
        <p:spPr>
          <a:xfrm>
            <a:off x="5577840" y="475488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Title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CodePilot Agent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an unfamiliar codebase well enough to change it safely is slow, even for experienced developers.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0D1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606040"/>
            <a:ext cx="640080" cy="640080"/>
          </a:xfrm>
          <a:prstGeom prst="ellipse">
            <a:avLst/>
          </a:prstGeom>
          <a:solidFill>
            <a:srgbClr val="E7F9F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3429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is slow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8862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contributors and even experienced devs spend hours just mapping structure before writing a single line.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80560" y="228600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0D1A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2606040"/>
            <a:ext cx="640080" cy="640080"/>
          </a:xfrm>
          <a:prstGeom prst="ellipse">
            <a:avLst/>
          </a:prstGeom>
          <a:solidFill>
            <a:srgbClr val="E7F9F1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❓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800600" y="3429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trust in AI tools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00600" y="38862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AI coding tools generate changes with no visible reasoning — hard to verify, harder to trust.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412480" y="228600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0D1A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732520" y="2606040"/>
            <a:ext cx="640080" cy="640080"/>
          </a:xfrm>
          <a:prstGeom prst="ellipse">
            <a:avLst/>
          </a:prstGeom>
          <a:solidFill>
            <a:srgbClr val="E7F9F1"/>
          </a:solidFill>
          <a:ln/>
        </p:spPr>
      </p:sp>
      <p:sp>
        <p:nvSpPr>
          <p:cNvPr id="16" name="Text 14"/>
          <p:cNvSpPr/>
          <p:nvPr/>
        </p:nvSpPr>
        <p:spPr>
          <a:xfrm>
            <a:off x="873252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🧱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732520" y="3429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setup cost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732520" y="38862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IDE-embedded agents demand deep integration; there's no lightweight, transparent, web-based option.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CodePilot Agent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It's For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who need to move fast in code they don't fully own yet.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1325880"/>
          </a:xfrm>
          <a:prstGeom prst="roundRect">
            <a:avLst>
              <a:gd name="adj" fmla="val 4138"/>
            </a:avLst>
          </a:prstGeom>
          <a:solidFill>
            <a:srgbClr val="1F254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21992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12162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2199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68880" y="21305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&amp; OSS contributors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37960" y="210312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7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a targeted, scoped change to an unfamiliar public JS/TS repository.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502152"/>
            <a:ext cx="11064240" cy="1325880"/>
          </a:xfrm>
          <a:prstGeom prst="roundRect">
            <a:avLst>
              <a:gd name="adj" fmla="val 4138"/>
            </a:avLst>
          </a:prstGeom>
          <a:solidFill>
            <a:srgbClr val="1F2547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758184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12162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75818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366674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challenge participants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3639312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7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how a full AI-assisted development workflow actually works, end to end.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038344"/>
            <a:ext cx="11064240" cy="1325880"/>
          </a:xfrm>
          <a:prstGeom prst="roundRect">
            <a:avLst>
              <a:gd name="adj" fmla="val 4138"/>
            </a:avLst>
          </a:prstGeom>
          <a:solidFill>
            <a:srgbClr val="1F2547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5294376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12162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29437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68880" y="520293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managers &amp; reviewers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37960" y="5175504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7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Wanting a fast, explainable first draft — plan, diff, and docs — before a human implements or refines it.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CodePilot Agent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transparent, web-based coding agent that keeps a human approving every step — from plan to patch.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0D1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423160"/>
            <a:ext cx="502920" cy="502920"/>
          </a:xfrm>
          <a:prstGeom prst="ellipse">
            <a:avLst/>
          </a:prstGeom>
          <a:solidFill>
            <a:srgbClr val="161A3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24048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URL or ZIP → structure, framework &amp; dependency scan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214884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0D1A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423160"/>
            <a:ext cx="502920" cy="502920"/>
          </a:xfrm>
          <a:prstGeom prst="ellipse">
            <a:avLst/>
          </a:prstGeom>
          <a:solidFill>
            <a:srgbClr val="161A30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57800" y="24048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3017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task → structured implementation plan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214884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0D1A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2423160"/>
            <a:ext cx="502920" cy="502920"/>
          </a:xfrm>
          <a:prstGeom prst="ellipse">
            <a:avLst/>
          </a:prstGeom>
          <a:solidFill>
            <a:srgbClr val="161A30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052560" y="24048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12480" y="3017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reviews &amp; approves before any code is written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0D1A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297680"/>
            <a:ext cx="502920" cy="502920"/>
          </a:xfrm>
          <a:prstGeom prst="ellipse">
            <a:avLst/>
          </a:prstGeom>
          <a:solidFill>
            <a:srgbClr val="161A30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42793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4892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diffs with plain-English explanations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3400" y="402336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0D1A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4297680"/>
            <a:ext cx="502920" cy="502920"/>
          </a:xfrm>
          <a:prstGeom prst="ellipse">
            <a:avLst/>
          </a:prstGeom>
          <a:solidFill>
            <a:srgbClr val="161A30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57800" y="42793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17720" y="4892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self-review: risks, confidence, suggested tests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38160" y="402336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0D1A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2480" y="4297680"/>
            <a:ext cx="502920" cy="502920"/>
          </a:xfrm>
          <a:prstGeom prst="ellipse">
            <a:avLst/>
          </a:prstGeom>
          <a:solidFill>
            <a:srgbClr val="161A30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052560" y="42793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12480" y="4892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file, commit message, PR description, docs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CodePilot Agent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needed for one focused, end-to-end coding session.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1F2547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94560"/>
            <a:ext cx="502920" cy="502920"/>
          </a:xfrm>
          <a:prstGeom prst="ellipse">
            <a:avLst/>
          </a:prstGeom>
          <a:solidFill>
            <a:srgbClr val="12162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input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322783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GitHub URL or ZIP upload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3280" y="196596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1F2547"/>
          </a:solidFill>
          <a:ln/>
        </p:spPr>
      </p:sp>
      <p:sp>
        <p:nvSpPr>
          <p:cNvPr id="10" name="Shape 8"/>
          <p:cNvSpPr/>
          <p:nvPr/>
        </p:nvSpPr>
        <p:spPr>
          <a:xfrm>
            <a:off x="3611880" y="2194560"/>
            <a:ext cx="502920" cy="502920"/>
          </a:xfrm>
          <a:prstGeom prst="ellipse">
            <a:avLst/>
          </a:prstGeom>
          <a:solidFill>
            <a:srgbClr val="12162B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🧭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11880" y="2834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summary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611880" y="322783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detection &amp; dependency graph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96596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1F2547"/>
          </a:solidFill>
          <a:ln/>
        </p:spPr>
      </p:sp>
      <p:sp>
        <p:nvSpPr>
          <p:cNvPr id="15" name="Shape 13"/>
          <p:cNvSpPr/>
          <p:nvPr/>
        </p:nvSpPr>
        <p:spPr>
          <a:xfrm>
            <a:off x="6446520" y="2194560"/>
            <a:ext cx="502920" cy="502920"/>
          </a:xfrm>
          <a:prstGeom prst="ellipse">
            <a:avLst/>
          </a:prstGeom>
          <a:solidFill>
            <a:srgbClr val="12162B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46520" y="2834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plans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46520" y="322783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 files, risks, complexity, order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52560" y="196596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1F2547"/>
          </a:solidFill>
          <a:ln/>
        </p:spPr>
      </p:sp>
      <p:sp>
        <p:nvSpPr>
          <p:cNvPr id="20" name="Shape 18"/>
          <p:cNvSpPr/>
          <p:nvPr/>
        </p:nvSpPr>
        <p:spPr>
          <a:xfrm>
            <a:off x="9281160" y="2194560"/>
            <a:ext cx="502920" cy="502920"/>
          </a:xfrm>
          <a:prstGeom prst="ellipse">
            <a:avLst/>
          </a:prstGeom>
          <a:solidFill>
            <a:srgbClr val="12162B"/>
          </a:solidFill>
          <a:ln/>
        </p:spPr>
      </p:sp>
      <p:sp>
        <p:nvSpPr>
          <p:cNvPr id="21" name="Text 19"/>
          <p:cNvSpPr/>
          <p:nvPr/>
        </p:nvSpPr>
        <p:spPr>
          <a:xfrm>
            <a:off x="928116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✅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281160" y="2834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281160" y="322783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generated without explicit sign-off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11480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1F2547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4343400"/>
            <a:ext cx="502920" cy="502920"/>
          </a:xfrm>
          <a:prstGeom prst="ellipse">
            <a:avLst/>
          </a:prstGeom>
          <a:solidFill>
            <a:srgbClr val="12162B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🔀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77240" y="4983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diffs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77240" y="537667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Syntax-highlighted, explained per file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83280" y="411480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1F2547"/>
          </a:solidFill>
          <a:ln/>
        </p:spPr>
      </p:sp>
      <p:sp>
        <p:nvSpPr>
          <p:cNvPr id="30" name="Shape 28"/>
          <p:cNvSpPr/>
          <p:nvPr/>
        </p:nvSpPr>
        <p:spPr>
          <a:xfrm>
            <a:off x="3611880" y="4343400"/>
            <a:ext cx="502920" cy="502920"/>
          </a:xfrm>
          <a:prstGeom prst="ellipse">
            <a:avLst/>
          </a:prstGeom>
          <a:solidFill>
            <a:srgbClr val="12162B"/>
          </a:solidFill>
          <a:ln/>
        </p:spPr>
      </p:sp>
      <p:sp>
        <p:nvSpPr>
          <p:cNvPr id="31" name="Text 29"/>
          <p:cNvSpPr/>
          <p:nvPr/>
        </p:nvSpPr>
        <p:spPr>
          <a:xfrm>
            <a:off x="361188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3611880" y="4983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self-review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3611880" y="537667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score, risks, suggested tests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17920" y="411480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1F2547"/>
          </a:solidFill>
          <a:ln/>
        </p:spPr>
      </p:sp>
      <p:sp>
        <p:nvSpPr>
          <p:cNvPr id="35" name="Shape 33"/>
          <p:cNvSpPr/>
          <p:nvPr/>
        </p:nvSpPr>
        <p:spPr>
          <a:xfrm>
            <a:off x="6446520" y="4343400"/>
            <a:ext cx="502920" cy="502920"/>
          </a:xfrm>
          <a:prstGeom prst="ellipse">
            <a:avLst/>
          </a:prstGeom>
          <a:solidFill>
            <a:srgbClr val="12162B"/>
          </a:solidFill>
          <a:ln/>
        </p:spPr>
      </p:sp>
      <p:sp>
        <p:nvSpPr>
          <p:cNvPr id="36" name="Text 34"/>
          <p:cNvSpPr/>
          <p:nvPr/>
        </p:nvSpPr>
        <p:spPr>
          <a:xfrm>
            <a:off x="644652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446520" y="4983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export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446520" y="537667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.patch file, ready to git apply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052560" y="411480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1F2547"/>
          </a:solidFill>
          <a:ln/>
        </p:spPr>
      </p:sp>
      <p:sp>
        <p:nvSpPr>
          <p:cNvPr id="40" name="Shape 38"/>
          <p:cNvSpPr/>
          <p:nvPr/>
        </p:nvSpPr>
        <p:spPr>
          <a:xfrm>
            <a:off x="9281160" y="4343400"/>
            <a:ext cx="502920" cy="502920"/>
          </a:xfrm>
          <a:prstGeom prst="ellipse">
            <a:avLst/>
          </a:prstGeom>
          <a:solidFill>
            <a:srgbClr val="12162B"/>
          </a:solidFill>
          <a:ln/>
        </p:spPr>
      </p:sp>
      <p:sp>
        <p:nvSpPr>
          <p:cNvPr id="41" name="Text 39"/>
          <p:cNvSpPr/>
          <p:nvPr/>
        </p:nvSpPr>
        <p:spPr>
          <a:xfrm>
            <a:off x="928116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9281160" y="4983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documentation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9281160" y="537667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message, PR summary, README notes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CodePilot Agent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pragmatic scope: deep enough to be genuinely useful, light enough to ship in 10 days.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0D1A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48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+ LLM Pipeline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697480"/>
            <a:ext cx="201168" cy="201168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57860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(Vite) frontend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3291840"/>
            <a:ext cx="201168" cy="201168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317296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/ Express backend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3886200"/>
            <a:ext cx="201168" cy="201168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376732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Session-based state (no DB required)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4480560"/>
            <a:ext cx="201168" cy="201168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436168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API for analysis, planning &amp; generation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5074920"/>
            <a:ext cx="201168" cy="201168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5" name="Text 13"/>
          <p:cNvSpPr/>
          <p:nvPr/>
        </p:nvSpPr>
        <p:spPr>
          <a:xfrm>
            <a:off x="1234440" y="495604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1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Server-side diff engine &amp; patch builder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192024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161A30"/>
          </a:solidFill>
          <a:ln/>
          <a:effectLst>
            <a:outerShdw sx="100000" sy="100000" kx="0" ky="0" algn="bl" rotWithShape="0" blurRad="101600" dist="38100" dir="5400000">
              <a:srgbClr val="0B0D1A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0" y="2148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Boundaries (v1.0)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83680" y="2578608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49440" y="257860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/ TypeScript only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0" y="3172968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49440" y="317296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repos only — no OAuth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0" y="3767328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49440" y="376732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auto-commit / auto-PR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0" y="4361688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49440" y="436168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File-level analysis, not call graphs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83680" y="4956048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49440" y="495604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execution or sandboxing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CodePilot Agent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Scope Works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Positioned deliberately between “no reasoning” AI tools and heavyweight IDE agents.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1F254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4231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AI tools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code with no visible plan or reasoning. Fast, but hard to trust or verify.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80560" y="210312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1E3A2E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24231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CodePilot Agent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310896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plan → approval → diff → self-review → docs. Full reasoning, always human-approved.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412480" y="210312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1F2547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0" y="24231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IDE-embedded agents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0" y="310896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Powerful, but require deep setup and are tied to one editor. High barrier to entry.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CodePilot Agent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is intentionally focused. These are the natural next steps once the core loop is proven.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0D1A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3042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7889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OAuth &amp; private repos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31546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access, direct branch creation &amp; PR opening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80560" y="210312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0D1A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23042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🧪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09160" y="27889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Execution-based validation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09160" y="31546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Sandboxed linting and running of generated tests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12480" y="210312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0D1A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41080" y="23042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641080" y="27889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641080" y="31546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analysis &amp; generation beyond JS/TypeScript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0D1A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1330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77240" y="4617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&amp; history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77240" y="49834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sessions, saved projects, revisit past runs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80560" y="393192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0D1A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09160" y="41330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🕸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709160" y="4617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analysis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709160" y="49834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Function-level call graphs, control-flow analysis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412480" y="393192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0D1A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641080" y="41330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641080" y="4617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1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workflows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641080" y="49834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review and shared approval flows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CodePilot Agent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A3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2A31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1463040" y="1828800"/>
            <a:ext cx="9235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developer should be able to open an unfamiliar codebase and have a trustworthy, transparent AI collaborator — one that explains its thinking and never acts without permission.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463040" y="4434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CodePilot Agent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F254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DDC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577840" y="246888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577840" y="33375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CodePilot Agent — built for the AB Talks 60-Day Claude AI Challenge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577840" y="40233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AEB6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demo → [deployed URL]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AEB6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→ [repository URL]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CodePilot Agent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2026-07-22T14:16:52Z</dcterms:created>
  <dcterms:modified xsi:type="dcterms:W3CDTF">2026-07-22T14:16:52Z</dcterms:modified>
</cp:coreProperties>
</file>